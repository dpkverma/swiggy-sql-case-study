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FC801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FC801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C801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65960" y="1874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965960" y="2487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  •  Case Study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Queries &amp; Functions in MySQL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3108960" cy="0"/>
          </a:xfrm>
          <a:prstGeom prst="line">
            <a:avLst/>
          </a:prstGeom>
          <a:noFill/>
          <a:ln w="25400">
            <a:solidFill>
              <a:srgbClr val="FC80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WSCube Tech  |  WSJP-136 - DAMP  |  Cohort-6  |  Milestone 2: Programming with SQL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Overview &amp; Dataset 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23560" cy="4663440"/>
          </a:xfrm>
          <a:prstGeom prst="roundRect">
            <a:avLst>
              <a:gd name="adj" fmla="val 1569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Swiggy, one of India's leading food-delivery platforms, wants to unlock insights from its operational database to support marketing, finance, and customer-retention decisions. This case study uses SQL joins, aggregations, and subqueries to answer real business questions across customers, restaurants, and orders.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06908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distribution &amp; engagement across cities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restaurant performance through ratings &amp; revenue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active vs. dormant customers for retention strategy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JOINs, GROUP BY, subqueries &amp; aggregate functions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4652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Database: SwiggyDB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46520" y="1965960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AE4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03120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C8019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0391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23134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records — id, name, email, phone, city, address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46520" y="2816352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AE4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2953512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C8019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953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28895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316382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records — id, name, city, cuisine, rating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3666744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AE4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3803904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C8019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803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73989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40142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records — id, customer, restaurant, amount, status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4517136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AE4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465429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C8019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654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0" y="45902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DeliveryUpdates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48646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records — order tracking &amp; delivery status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46520" y="5367528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AE4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29400" y="550468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C8019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5504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54406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23760" y="57150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records — customer feedback &amp; resolution status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all customers who live in 'Delhi'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Swiggy's marketing team wants to run a location-based promotional campaign (festival offers, new restaurant launches) specifically for customers in Delhi.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customer_id,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= 'Delhi';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1371600"/>
          </a:xfrm>
          <a:prstGeom prst="roundRect">
            <a:avLst>
              <a:gd name="adj" fmla="val 4000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0412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Rohini Verma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0412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Manish Kumar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0412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Sonali Mishra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0412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customers are based in Delhi and are eligible for the city-specific campaign.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average rating of all restaurants in 'Mumbai'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wants to evaluate the overall customer satisfaction level of restaurants in Mumbai by calculating their average rating.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ROUND(AVG(rating), 1)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average_rating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Restaurants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= 'Mumbai'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city;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5830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average_rating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Mumbai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5830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4.3 average rating reflects strong food quality and service standards among Mumbai restaurant partners.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all customers who have placed at least one order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wants to identify active customers who have made at least one purchase, for customer engagement and retention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c.name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EXISTS (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1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Orders o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o.customer_id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c.customer_id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2304288"/>
          </a:xfrm>
          <a:prstGeom prst="roundRect">
            <a:avLst>
              <a:gd name="adj" fmla="val 2381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5830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5830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Sharma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830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Rohini Verma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5830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Rajesh Gupta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830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Sneha Mehta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5830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Manish Kumar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4142232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414223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58300" y="414223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more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out of 30 customers are active. This engaged base is the primary target for loyalty and upselling programs.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the total number of orders placed by each customer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Swiggy's customer success team wants to measure ordering frequency for every registered customer to design a loyalty rewards program.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c.name,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COUNT(o.order_id)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total_orders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o.customer_id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 c.name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total_orders DESC;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2304288"/>
          </a:xfrm>
          <a:prstGeom prst="roundRect">
            <a:avLst>
              <a:gd name="adj" fmla="val 2381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0412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Manish Kumar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0412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Rohini Verma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0412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Rajesh Gupta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0412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Singh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0412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38313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38313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Sharma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04120" y="38313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29400" y="4142232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41422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1422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24, 25...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104120" y="41422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keeps every customer visible. Zero-order customers (24-30) are flagged as inactive for re-engagement.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total revenue generated by each restaurant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team wants to know confirmed revenue per restaurant (Completed orders only) to decide commission structures and partnership renewals.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r.restaurant_id,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r.name,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COALESCE(SUM(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o.total_amount),0)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total_revenue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Restaurants 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r.restaurant_id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o.restaurant_id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o.status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'Completed'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r.restaurant_id, r.name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total_revenue DESC;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1993392"/>
          </a:xfrm>
          <a:prstGeom prst="roundRect">
            <a:avLst>
              <a:gd name="adj" fmla="val 2752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5830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(₹)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Biryani House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5830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5,300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Awadhi Zaika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830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4,150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Andhra Spice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5830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4,050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Treat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830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2,950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Gujarat Express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5830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2,550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House leads with ₹5,300 in confirmed revenue. Cancelled orders are excluded to avoid overstating earnings.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top 5 restaurants with the highest average rating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wants to highlight top-performing restaurant partners on the app's homepage to boost customer trust and drive more orders.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restaurant_id,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Restaurants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rating IS NOT NULL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rating DESC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1993392"/>
          </a:xfrm>
          <a:prstGeom prst="roundRect">
            <a:avLst>
              <a:gd name="adj" fmla="val 2752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5830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Biryani House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5830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Paradise Biryani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830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Royal Biryani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5830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Lucknowi Nawabi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830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Flavours of Bengal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5830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Biryani-focused restaurants dominate the top ratings — strong candidates for homepage featuring.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all customers who have never placed an order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team wants to identify dormant/inactive customers to send re-engagement offers and win-back campaigns.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c.name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EXISTS (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1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Orders o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o.customer_id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c.customer_id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2615184"/>
          </a:xfrm>
          <a:prstGeom prst="roundRect">
            <a:avLst>
              <a:gd name="adj" fmla="val 2098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5830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5830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Sonal Kaur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830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Vivek Malhotra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5830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Divya Iyer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830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Rakesh Yadav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5830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 Sharma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4142232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414223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58300" y="414223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Sudha Pillai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445312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58300" y="445312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Gaurav Khanna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dormant customers can be targeted with first-order discounts or push notifications to drive activation.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number of orders placed by each customer in 'Mumbai'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wants to analyze customer ordering activity in Mumbai to understand local engagement and purchasing behavior.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c.name, c.city,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COUNT(o.order_id)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total_orders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o.customer_id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c.city = 'Mumbai'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 c.name,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c.city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total_orders DESC;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1682496"/>
          </a:xfrm>
          <a:prstGeom prst="roundRect">
            <a:avLst>
              <a:gd name="adj" fmla="val 3261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0412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Rajesh Gupta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0412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Sharma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0412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 Desai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0412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Singh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0412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Mumbai customers are active order-placers, with Rajesh Gupta the most frequent at 3 orders.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2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FC8019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2377440" cy="0"/>
          </a:xfrm>
          <a:prstGeom prst="line">
            <a:avLst/>
          </a:prstGeom>
          <a:noFill/>
          <a:ln w="25400">
            <a:solidFill>
              <a:srgbClr val="FC80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1F2233"/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801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of 30 customers are active; the remaining 7 are dormant and need win-back campaigns.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55448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1F2233"/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8019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Performance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29400" y="242316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House leads in both rating (4.8) and revenue (₹5,300) — a top partnership priority.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1F2233"/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97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801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27939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Trends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and Mumbai show healthy customer bases, useful for regional campaign targeting.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1F2233"/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4297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8019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27939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Applied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629400" y="48920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INNER/LEFT JOINs, EXISTS subqueries, GROUP BY, aggregate functions (SUM, AVG, COUNT).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Prepared by Deepak  |  WSCube Tech, Cohort-6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2026-07-21T03:20:12Z</dcterms:created>
  <dcterms:modified xsi:type="dcterms:W3CDTF">2026-07-21T03:20:12Z</dcterms:modified>
</cp:coreProperties>
</file>